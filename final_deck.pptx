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Artificial Intelligence in Healthcare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Auto-generated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/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spcAft>
                <a:spcPts val="400"/>
              </a:spcAft>
              <a:defRPr sz="2000"/>
            </a:pPr>
            <a:r>
              <a:t>• Overview of AI in healthcare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/>
            </a:pPr>
            <a:r>
              <a:t>• Historical context and evolution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/>
            </a:pPr>
            <a:r>
              <a:t>• Significance and potential impact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/>
            </a:pPr>
            <a:r>
              <a:t>• Key stakeholders involved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/>
            </a:pPr>
            <a:r>
              <a:t>• Challenges and opportunities</a:t>
            </a:r>
          </a:p>
        </p:txBody>
      </p:sp>
      <p:pic>
        <p:nvPicPr>
          <p:cNvPr id="4" name="Picture 3" descr="temp_img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103120"/>
            <a:ext cx="4114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/>
            </a:pPr>
            <a:r>
              <a:t>AI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spcAft>
                <a:spcPts val="400"/>
              </a:spcAft>
              <a:defRPr sz="2000"/>
            </a:pPr>
            <a:r>
              <a:t>• Diagnostics and imaging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/>
            </a:pPr>
            <a:r>
              <a:t>• Predictive analytics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/>
            </a:pPr>
            <a:r>
              <a:t>• Personalized medicine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/>
            </a:pPr>
            <a:r>
              <a:t>• Robotic surgery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/>
            </a:pPr>
            <a:r>
              <a:t>• Virtual health assistants</a:t>
            </a:r>
          </a:p>
        </p:txBody>
      </p:sp>
      <p:pic>
        <p:nvPicPr>
          <p:cNvPr id="4" name="Picture 3" descr="temp_img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103120"/>
            <a:ext cx="4114800" cy="17487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/>
            </a:pPr>
            <a:r>
              <a:t>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spcAft>
                <a:spcPts val="400"/>
              </a:spcAft>
              <a:defRPr sz="2000"/>
            </a:pPr>
            <a:r>
              <a:t>• AI in radiology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/>
            </a:pPr>
            <a:r>
              <a:t>• Pattern recognition for disease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/>
            </a:pPr>
            <a:r>
              <a:t>• Improving accuracy and speed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/>
            </a:pPr>
            <a:r>
              <a:t>• Reducing human error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/>
            </a:pPr>
            <a:r>
              <a:t>• Case studies and examples</a:t>
            </a:r>
          </a:p>
        </p:txBody>
      </p:sp>
      <p:pic>
        <p:nvPicPr>
          <p:cNvPr id="4" name="Picture 3" descr="temp_img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103120"/>
            <a:ext cx="4114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/>
            </a:pPr>
            <a:r>
              <a:t>Patient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spcAft>
                <a:spcPts val="400"/>
              </a:spcAft>
              <a:defRPr sz="2000"/>
            </a:pPr>
            <a:r>
              <a:t>• Enhancing patient monitoring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/>
            </a:pPr>
            <a:r>
              <a:t>• AI in treatment plans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/>
            </a:pPr>
            <a:r>
              <a:t>• Improving patient outcomes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/>
            </a:pPr>
            <a:r>
              <a:t>• Remote patient management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/>
            </a:pPr>
            <a:r>
              <a:t>• AI-driven patient feedback</a:t>
            </a:r>
          </a:p>
        </p:txBody>
      </p:sp>
      <p:pic>
        <p:nvPicPr>
          <p:cNvPr id="4" name="Picture 3" descr="temp_img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645920"/>
            <a:ext cx="41148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/>
            </a:pPr>
            <a:r>
              <a:t>Drug Discovery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spcAft>
                <a:spcPts val="400"/>
              </a:spcAft>
              <a:defRPr sz="2000"/>
            </a:pPr>
            <a:r>
              <a:t>• Accelerating drug development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/>
            </a:pPr>
            <a:r>
              <a:t>• AI in molecular modeling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/>
            </a:pPr>
            <a:r>
              <a:t>• Reducing research costs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/>
            </a:pPr>
            <a:r>
              <a:t>• Predicting drug interactions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/>
            </a:pPr>
            <a:r>
              <a:t>• Success stories in AI drug discovery</a:t>
            </a:r>
          </a:p>
        </p:txBody>
      </p:sp>
      <p:pic>
        <p:nvPicPr>
          <p:cNvPr id="4" name="Picture 3" descr="temp_img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103120"/>
            <a:ext cx="4114800" cy="27355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/>
            </a:pPr>
            <a:r>
              <a:t>Ethical Considerations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spcAft>
                <a:spcPts val="400"/>
              </a:spcAft>
              <a:defRPr sz="2000"/>
            </a:pPr>
            <a:r>
              <a:t>• AI in decision-making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/>
            </a:pPr>
            <a:r>
              <a:t>• Patient privacy concerns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/>
            </a:pPr>
            <a:r>
              <a:t>• Bias and fairness in AI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/>
            </a:pPr>
            <a:r>
              <a:t>• Regulatory challenges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/>
            </a:pPr>
            <a:r>
              <a:t>• Ensuring transparency and trust</a:t>
            </a:r>
          </a:p>
        </p:txBody>
      </p:sp>
      <p:pic>
        <p:nvPicPr>
          <p:cNvPr id="4" name="Picture 3" descr="temp_img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103120"/>
            <a:ext cx="4114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/>
            </a:pPr>
            <a:r>
              <a:t>AI and Big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spcAft>
                <a:spcPts val="400"/>
              </a:spcAft>
              <a:defRPr sz="2000"/>
            </a:pPr>
            <a:r>
              <a:t>• Role of big data in AI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/>
            </a:pPr>
            <a:r>
              <a:t>• Data collection and analysis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/>
            </a:pPr>
            <a:r>
              <a:t>• Improving clinical trials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/>
            </a:pPr>
            <a:r>
              <a:t>• Challenges with data privacy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/>
            </a:pPr>
            <a:r>
              <a:t>• Future of data-driven healthcare</a:t>
            </a:r>
          </a:p>
        </p:txBody>
      </p:sp>
      <p:pic>
        <p:nvPicPr>
          <p:cNvPr id="4" name="Picture 3" descr="temp_img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103120"/>
            <a:ext cx="4114800" cy="26936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/>
            </a:pPr>
            <a:r>
              <a:t>AI in Surgery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spcAft>
                <a:spcPts val="400"/>
              </a:spcAft>
              <a:defRPr sz="2000"/>
            </a:pPr>
            <a:r>
              <a:t>• Introduction to robotic surgery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/>
            </a:pPr>
            <a:r>
              <a:t>• Enhancing precision and control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/>
            </a:pPr>
            <a:r>
              <a:t>• Reducing surgical risks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/>
            </a:pPr>
            <a:r>
              <a:t>• Training and simulation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/>
            </a:pPr>
            <a:r>
              <a:t>• Future of AI-assisted surgery</a:t>
            </a:r>
          </a:p>
        </p:txBody>
      </p:sp>
      <p:pic>
        <p:nvPicPr>
          <p:cNvPr id="4" name="Picture 3" descr="temp_img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103120"/>
            <a:ext cx="4114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/>
            </a:pPr>
            <a:r>
              <a:t>Future Trends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spcAft>
                <a:spcPts val="400"/>
              </a:spcAft>
              <a:defRPr sz="2000"/>
            </a:pPr>
            <a:r>
              <a:t>• AI in preventive healthcare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/>
            </a:pPr>
            <a:r>
              <a:t>• Integration with IoT devices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/>
            </a:pPr>
            <a:r>
              <a:t>• Emerging technologies in AI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/>
            </a:pPr>
            <a:r>
              <a:t>• Global impact and reach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/>
            </a:pPr>
            <a:r>
              <a:t>• Predictions for the next decade</a:t>
            </a:r>
          </a:p>
        </p:txBody>
      </p:sp>
      <p:pic>
        <p:nvPicPr>
          <p:cNvPr id="4" name="Picture 3" descr="temp_img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103120"/>
            <a:ext cx="4114800" cy="17487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spcAft>
                <a:spcPts val="400"/>
              </a:spcAft>
              <a:defRPr sz="2000"/>
            </a:pPr>
            <a:r>
              <a:t>• Summary of key points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/>
            </a:pPr>
            <a:r>
              <a:t>• Potential for AI to transform care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/>
            </a:pPr>
            <a:r>
              <a:t>• Balancing innovation with ethics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/>
            </a:pPr>
            <a:r>
              <a:t>• Steps for successful integration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/>
            </a:pPr>
            <a:r>
              <a:t>• Call to action for stakeholders</a:t>
            </a:r>
          </a:p>
        </p:txBody>
      </p:sp>
      <p:pic>
        <p:nvPicPr>
          <p:cNvPr id="4" name="Picture 3" descr="temp_img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103120"/>
            <a:ext cx="4114800" cy="17487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